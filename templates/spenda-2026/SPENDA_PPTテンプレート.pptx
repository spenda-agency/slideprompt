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86" r:id="rId3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95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95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95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95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95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95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95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95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95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7" roundtripDataSignature="AMtx7mhR7CcF/jKaP+XsHFMGwKnb0Wny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FF"/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516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47" Type="http://customschemas.google.com/relationships/presentationmetadata" Target="metadata"/><Relationship Id="rId50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49" Type="http://schemas.openxmlformats.org/officeDocument/2006/relationships/viewProps" Target="viewProps.xml"/><Relationship Id="rId4" Type="http://schemas.openxmlformats.org/officeDocument/2006/relationships/notesMaster" Target="notesMasters/notesMaster1.xml"/><Relationship Id="rId4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95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95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95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95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95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95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95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95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95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1"/>
          <p:cNvSpPr txBox="1">
            <a:spLocks noGrp="1"/>
          </p:cNvSpPr>
          <p:nvPr>
            <p:ph type="title"/>
          </p:nvPr>
        </p:nvSpPr>
        <p:spPr>
          <a:xfrm>
            <a:off x="311700" y="593368"/>
            <a:ext cx="85206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20" name="Google Shape;20;p11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503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316531" lvl="0" indent="-23739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633062" lvl="1" indent="-21981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949593" lvl="2" indent="-21981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266124" lvl="3" indent="-21981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582655" lvl="4" indent="-21981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1899186" lvl="5" indent="-21981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215717" lvl="6" indent="-21981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2532248" lvl="7" indent="-21981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2848779" lvl="8" indent="-21981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pic>
        <p:nvPicPr>
          <p:cNvPr id="3" name="Google Shape;93;p11">
            <a:extLst>
              <a:ext uri="{FF2B5EF4-FFF2-40B4-BE49-F238E27FC236}">
                <a16:creationId xmlns:a16="http://schemas.microsoft.com/office/drawing/2014/main" id="{1C65B2A5-D4F3-196B-BCED-A08766364845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25" t="-397" r="30" b="25627"/>
          <a:stretch/>
        </p:blipFill>
        <p:spPr>
          <a:xfrm>
            <a:off x="-19050" y="6668464"/>
            <a:ext cx="9160611" cy="18953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95;p11">
            <a:extLst>
              <a:ext uri="{FF2B5EF4-FFF2-40B4-BE49-F238E27FC236}">
                <a16:creationId xmlns:a16="http://schemas.microsoft.com/office/drawing/2014/main" id="{659DA08E-EF91-6788-5937-6E1F3DE675BD}"/>
              </a:ext>
            </a:extLst>
          </p:cNvPr>
          <p:cNvSpPr/>
          <p:nvPr userDrawn="1"/>
        </p:nvSpPr>
        <p:spPr>
          <a:xfrm>
            <a:off x="1" y="6668464"/>
            <a:ext cx="2733039" cy="189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lang="ja-JP" sz="750" b="0" i="0" u="none" strike="noStrike" cap="none" dirty="0">
                <a:solidFill>
                  <a:srgbClr val="6F9FD6"/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Arial"/>
              </a:rPr>
              <a:t>　　　Copyright (C) SPENDA, All Rights Reserved　</a:t>
            </a:r>
            <a:endParaRPr sz="1400" b="0" i="0" u="none" strike="noStrike" cap="none" dirty="0">
              <a:solidFill>
                <a:srgbClr val="000000"/>
              </a:solidFill>
              <a:latin typeface="Meiryo UI" panose="020B0604030504040204" pitchFamily="50" charset="-128"/>
              <a:ea typeface="Meiryo UI" panose="020B0604030504040204" pitchFamily="50" charset="-128"/>
              <a:sym typeface="Arial"/>
            </a:endParaRPr>
          </a:p>
        </p:txBody>
      </p:sp>
      <p:pic>
        <p:nvPicPr>
          <p:cNvPr id="7" name="Google Shape;93;p11">
            <a:extLst>
              <a:ext uri="{FF2B5EF4-FFF2-40B4-BE49-F238E27FC236}">
                <a16:creationId xmlns:a16="http://schemas.microsoft.com/office/drawing/2014/main" id="{A6E91C67-41FF-7E24-CFFC-1820D9EDC124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25" t="-397" r="30" b="25627"/>
          <a:stretch/>
        </p:blipFill>
        <p:spPr>
          <a:xfrm>
            <a:off x="-11847" y="-9612"/>
            <a:ext cx="9160611" cy="43431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4;p11">
            <a:extLst>
              <a:ext uri="{FF2B5EF4-FFF2-40B4-BE49-F238E27FC236}">
                <a16:creationId xmlns:a16="http://schemas.microsoft.com/office/drawing/2014/main" id="{54485C88-EB5C-5F82-6185-68169172A152}"/>
              </a:ext>
            </a:extLst>
          </p:cNvPr>
          <p:cNvSpPr/>
          <p:nvPr userDrawn="1"/>
        </p:nvSpPr>
        <p:spPr>
          <a:xfrm>
            <a:off x="-8686" y="-5582"/>
            <a:ext cx="6584850" cy="426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ja-JP" altLang="en-US" sz="2000" b="1" i="0" u="none" strike="noStrike" cap="none" dirty="0">
                <a:solidFill>
                  <a:schemeClr val="lt1"/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Arial"/>
              </a:rPr>
              <a:t>タイトル</a:t>
            </a:r>
            <a:endParaRPr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1" name="Google Shape;21;p11"/>
          <p:cNvSpPr txBox="1">
            <a:spLocks noGrp="1"/>
          </p:cNvSpPr>
          <p:nvPr>
            <p:ph type="sldNum" idx="12"/>
          </p:nvPr>
        </p:nvSpPr>
        <p:spPr>
          <a:xfrm>
            <a:off x="8582355" y="6672003"/>
            <a:ext cx="548700" cy="179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92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92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92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92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92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92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92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92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92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8"/>
          <p:cNvSpPr txBox="1">
            <a:spLocks noGrp="1"/>
          </p:cNvSpPr>
          <p:nvPr>
            <p:ph type="title" hasCustomPrompt="1"/>
          </p:nvPr>
        </p:nvSpPr>
        <p:spPr>
          <a:xfrm>
            <a:off x="311700" y="2629706"/>
            <a:ext cx="8520600" cy="1463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8308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8308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8308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8308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8308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8308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8308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8308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8308"/>
            </a:lvl9pPr>
          </a:lstStyle>
          <a:p>
            <a:r>
              <a:t>xx%</a:t>
            </a:r>
          </a:p>
        </p:txBody>
      </p:sp>
      <p:sp>
        <p:nvSpPr>
          <p:cNvPr id="48" name="Google Shape;48;p18"/>
          <p:cNvSpPr txBox="1">
            <a:spLocks noGrp="1"/>
          </p:cNvSpPr>
          <p:nvPr>
            <p:ph type="body" idx="1"/>
          </p:nvPr>
        </p:nvSpPr>
        <p:spPr>
          <a:xfrm>
            <a:off x="311700" y="4202967"/>
            <a:ext cx="8520600" cy="503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316531" lvl="0" indent="-23739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633062" lvl="1" indent="-21981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949593" lvl="2" indent="-21981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266124" lvl="3" indent="-21981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582655" lvl="4" indent="-21981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1899186" lvl="5" indent="-21981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215717" lvl="6" indent="-21981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2532248" lvl="7" indent="-21981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2848779" lvl="8" indent="-21981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18"/>
          <p:cNvSpPr txBox="1">
            <a:spLocks noGrp="1"/>
          </p:cNvSpPr>
          <p:nvPr>
            <p:ph type="sldNum" idx="12"/>
          </p:nvPr>
        </p:nvSpPr>
        <p:spPr>
          <a:xfrm>
            <a:off x="8472460" y="6329996"/>
            <a:ext cx="548700" cy="300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92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92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92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92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92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92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92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92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92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9"/>
          <p:cNvSpPr txBox="1">
            <a:spLocks noGrp="1"/>
          </p:cNvSpPr>
          <p:nvPr>
            <p:ph type="sldNum" idx="12"/>
          </p:nvPr>
        </p:nvSpPr>
        <p:spPr>
          <a:xfrm>
            <a:off x="8472460" y="6329996"/>
            <a:ext cx="548700" cy="300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92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92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92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92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92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92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92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92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92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>
            <a:spLocks noGrp="1"/>
          </p:cNvSpPr>
          <p:nvPr>
            <p:ph type="title"/>
          </p:nvPr>
        </p:nvSpPr>
        <p:spPr>
          <a:xfrm>
            <a:off x="311700" y="593368"/>
            <a:ext cx="85206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7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503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7"/>
          <p:cNvSpPr txBox="1">
            <a:spLocks noGrp="1"/>
          </p:cNvSpPr>
          <p:nvPr>
            <p:ph type="sldNum" idx="12"/>
          </p:nvPr>
        </p:nvSpPr>
        <p:spPr>
          <a:xfrm>
            <a:off x="8472460" y="6329996"/>
            <a:ext cx="548700" cy="300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92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92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92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92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92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92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92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92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92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2" r:id="rId1"/>
    <p:sldLayoutId id="2147483659" r:id="rId2"/>
    <p:sldLayoutId id="2147483660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6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6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6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6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6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6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6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6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6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6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6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6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6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6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6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6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6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6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6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6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6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6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6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6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6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6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6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9144000" cy="6858000"/>
            <a:chOff x="0" y="0"/>
            <a:chExt cx="1091638" cy="81872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91638" cy="818728"/>
            </a:xfrm>
            <a:custGeom>
              <a:avLst/>
              <a:gdLst/>
              <a:ahLst/>
              <a:cxnLst/>
              <a:rect l="l" t="t" r="r" b="b"/>
              <a:pathLst>
                <a:path w="1091638" h="818728">
                  <a:moveTo>
                    <a:pt x="0" y="0"/>
                  </a:moveTo>
                  <a:lnTo>
                    <a:pt x="1091638" y="0"/>
                  </a:lnTo>
                  <a:lnTo>
                    <a:pt x="1091638" y="818728"/>
                  </a:lnTo>
                  <a:lnTo>
                    <a:pt x="0" y="818728"/>
                  </a:lnTo>
                  <a:close/>
                </a:path>
              </a:pathLst>
            </a:custGeom>
            <a:blipFill>
              <a:blip r:embed="rId2">
                <a:alphaModFix amt="90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ja-JP" altLang="en-US" sz="2347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7620595" y="6545581"/>
            <a:ext cx="1409105" cy="2002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</a:pPr>
            <a:r>
              <a:rPr lang="en-US" sz="120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© 2026 SPENDA Inc.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7279291" y="5921479"/>
            <a:ext cx="1864709" cy="516475"/>
            <a:chOff x="0" y="0"/>
            <a:chExt cx="736675" cy="20404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36675" cy="204040"/>
            </a:xfrm>
            <a:custGeom>
              <a:avLst/>
              <a:gdLst/>
              <a:ahLst/>
              <a:cxnLst/>
              <a:rect l="l" t="t" r="r" b="b"/>
              <a:pathLst>
                <a:path w="736675" h="204040">
                  <a:moveTo>
                    <a:pt x="0" y="0"/>
                  </a:moveTo>
                  <a:lnTo>
                    <a:pt x="736675" y="0"/>
                  </a:lnTo>
                  <a:lnTo>
                    <a:pt x="736675" y="204040"/>
                  </a:lnTo>
                  <a:lnTo>
                    <a:pt x="0" y="204040"/>
                  </a:lnTo>
                  <a:close/>
                </a:path>
              </a:pathLst>
            </a:custGeom>
            <a:solidFill>
              <a:srgbClr val="FDFDFC">
                <a:alpha val="80000"/>
              </a:srgbClr>
            </a:solidFill>
          </p:spPr>
          <p:txBody>
            <a:bodyPr/>
            <a:lstStyle/>
            <a:p>
              <a:endParaRPr lang="ja-JP" altLang="en-US" sz="2347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736675" cy="242140"/>
            </a:xfrm>
            <a:prstGeom prst="rect">
              <a:avLst/>
            </a:prstGeom>
          </p:spPr>
          <p:txBody>
            <a:bodyPr lIns="60960" tIns="60960" rIns="60960" bIns="60960" rtlCol="0" anchor="ctr"/>
            <a:lstStyle/>
            <a:p>
              <a:pPr algn="ctr">
                <a:lnSpc>
                  <a:spcPts val="1848"/>
                </a:lnSpc>
                <a:spcBef>
                  <a:spcPct val="0"/>
                </a:spcBef>
              </a:pPr>
              <a:endParaRPr sz="2347"/>
            </a:p>
          </p:txBody>
        </p:sp>
      </p:grpSp>
      <p:sp>
        <p:nvSpPr>
          <p:cNvPr id="9" name="Freeform 9"/>
          <p:cNvSpPr/>
          <p:nvPr/>
        </p:nvSpPr>
        <p:spPr>
          <a:xfrm>
            <a:off x="7388259" y="6010781"/>
            <a:ext cx="404018" cy="337869"/>
          </a:xfrm>
          <a:custGeom>
            <a:avLst/>
            <a:gdLst/>
            <a:ahLst/>
            <a:cxnLst/>
            <a:rect l="l" t="t" r="r" b="b"/>
            <a:pathLst>
              <a:path w="448909" h="375410">
                <a:moveTo>
                  <a:pt x="0" y="0"/>
                </a:moveTo>
                <a:lnTo>
                  <a:pt x="448909" y="0"/>
                </a:lnTo>
                <a:lnTo>
                  <a:pt x="448909" y="375410"/>
                </a:lnTo>
                <a:lnTo>
                  <a:pt x="0" y="3754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1006" t="-5473" r="-5503" b="-3196"/>
            </a:stretch>
          </a:blipFill>
        </p:spPr>
        <p:txBody>
          <a:bodyPr/>
          <a:lstStyle/>
          <a:p>
            <a:endParaRPr lang="ja-JP" altLang="en-US" sz="2347"/>
          </a:p>
        </p:txBody>
      </p:sp>
      <p:sp>
        <p:nvSpPr>
          <p:cNvPr id="10" name="TextBox 10"/>
          <p:cNvSpPr txBox="1"/>
          <p:nvPr/>
        </p:nvSpPr>
        <p:spPr>
          <a:xfrm>
            <a:off x="7901245" y="6010781"/>
            <a:ext cx="1065742" cy="2934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44"/>
              </a:lnSpc>
            </a:pPr>
            <a:r>
              <a:rPr lang="en-US" sz="1817" b="1" dirty="0">
                <a:solidFill>
                  <a:srgbClr val="262C7B"/>
                </a:solidFill>
                <a:latin typeface="源石ゴシック Bold"/>
                <a:ea typeface="源石ゴシック Bold"/>
                <a:cs typeface="源石ゴシック Bold"/>
                <a:sym typeface="源石ゴシック Bold"/>
              </a:rPr>
              <a:t>SPENDA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0" y="1121976"/>
            <a:ext cx="6693408" cy="3788628"/>
            <a:chOff x="0" y="0"/>
            <a:chExt cx="2644309" cy="149674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644309" cy="1496742"/>
            </a:xfrm>
            <a:custGeom>
              <a:avLst/>
              <a:gdLst/>
              <a:ahLst/>
              <a:cxnLst/>
              <a:rect l="l" t="t" r="r" b="b"/>
              <a:pathLst>
                <a:path w="2644309" h="1496742">
                  <a:moveTo>
                    <a:pt x="0" y="0"/>
                  </a:moveTo>
                  <a:lnTo>
                    <a:pt x="2644309" y="0"/>
                  </a:lnTo>
                  <a:lnTo>
                    <a:pt x="2644309" y="1496742"/>
                  </a:lnTo>
                  <a:lnTo>
                    <a:pt x="0" y="1496742"/>
                  </a:lnTo>
                  <a:close/>
                </a:path>
              </a:pathLst>
            </a:custGeom>
            <a:solidFill>
              <a:srgbClr val="FDFDFC">
                <a:alpha val="40000"/>
              </a:srgbClr>
            </a:solidFill>
          </p:spPr>
          <p:txBody>
            <a:bodyPr/>
            <a:lstStyle/>
            <a:p>
              <a:endParaRPr lang="ja-JP" altLang="en-US" sz="2347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2644309" cy="1534842"/>
            </a:xfrm>
            <a:prstGeom prst="rect">
              <a:avLst/>
            </a:prstGeom>
          </p:spPr>
          <p:txBody>
            <a:bodyPr lIns="60960" tIns="60960" rIns="60960" bIns="60960" rtlCol="0" anchor="ctr"/>
            <a:lstStyle/>
            <a:p>
              <a:pPr algn="ctr">
                <a:lnSpc>
                  <a:spcPts val="1848"/>
                </a:lnSpc>
                <a:spcBef>
                  <a:spcPct val="0"/>
                </a:spcBef>
              </a:pPr>
              <a:endParaRPr sz="2347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790344" y="3797358"/>
            <a:ext cx="3553057" cy="5863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34"/>
              </a:lnSpc>
            </a:pPr>
            <a:r>
              <a:rPr lang="en-US" sz="144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Company overview </a:t>
            </a:r>
          </a:p>
          <a:p>
            <a:pPr>
              <a:lnSpc>
                <a:spcPts val="2434"/>
              </a:lnSpc>
            </a:pPr>
            <a:r>
              <a:rPr lang="en-US" sz="144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 &amp; Service contents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457200" y="3781736"/>
            <a:ext cx="197506" cy="696016"/>
            <a:chOff x="0" y="0"/>
            <a:chExt cx="78027" cy="27496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8027" cy="274969"/>
            </a:xfrm>
            <a:custGeom>
              <a:avLst/>
              <a:gdLst/>
              <a:ahLst/>
              <a:cxnLst/>
              <a:rect l="l" t="t" r="r" b="b"/>
              <a:pathLst>
                <a:path w="78027" h="274969">
                  <a:moveTo>
                    <a:pt x="0" y="0"/>
                  </a:moveTo>
                  <a:lnTo>
                    <a:pt x="78027" y="0"/>
                  </a:lnTo>
                  <a:lnTo>
                    <a:pt x="78027" y="274969"/>
                  </a:lnTo>
                  <a:lnTo>
                    <a:pt x="0" y="274969"/>
                  </a:lnTo>
                  <a:close/>
                </a:path>
              </a:pathLst>
            </a:custGeom>
            <a:solidFill>
              <a:srgbClr val="262C7B"/>
            </a:solidFill>
          </p:spPr>
          <p:txBody>
            <a:bodyPr/>
            <a:lstStyle/>
            <a:p>
              <a:endParaRPr lang="ja-JP" altLang="en-US" sz="2347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78027" cy="313069"/>
            </a:xfrm>
            <a:prstGeom prst="rect">
              <a:avLst/>
            </a:prstGeom>
          </p:spPr>
          <p:txBody>
            <a:bodyPr lIns="60960" tIns="60960" rIns="60960" bIns="60960" rtlCol="0" anchor="ctr"/>
            <a:lstStyle/>
            <a:p>
              <a:pPr algn="ctr">
                <a:lnSpc>
                  <a:spcPts val="1848"/>
                </a:lnSpc>
              </a:pPr>
              <a:endParaRPr sz="2347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457200" y="1755083"/>
            <a:ext cx="4028004" cy="1378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550"/>
              </a:lnSpc>
            </a:pPr>
            <a:r>
              <a:rPr lang="en-US" sz="3964" b="1">
                <a:solidFill>
                  <a:srgbClr val="FDFDFC"/>
                </a:solidFill>
                <a:latin typeface="Noto Sans JP Bold"/>
                <a:ea typeface="Noto Sans JP Bold"/>
                <a:cs typeface="Noto Sans JP Bold"/>
                <a:sym typeface="Noto Sans JP Bold"/>
              </a:rPr>
              <a:t>会社概要</a:t>
            </a:r>
          </a:p>
          <a:p>
            <a:pPr>
              <a:lnSpc>
                <a:spcPts val="5550"/>
              </a:lnSpc>
            </a:pPr>
            <a:r>
              <a:rPr lang="en-US" sz="3964" b="1">
                <a:solidFill>
                  <a:srgbClr val="FDFDFC"/>
                </a:solidFill>
                <a:latin typeface="Noto Sans JP Bold"/>
                <a:ea typeface="Noto Sans JP Bold"/>
                <a:cs typeface="Noto Sans JP Bold"/>
                <a:sym typeface="Noto Sans JP Bold"/>
              </a:rPr>
              <a:t>サービス内容資料</a:t>
            </a:r>
          </a:p>
        </p:txBody>
      </p:sp>
      <p:sp>
        <p:nvSpPr>
          <p:cNvPr id="19" name="Freeform 19"/>
          <p:cNvSpPr/>
          <p:nvPr/>
        </p:nvSpPr>
        <p:spPr>
          <a:xfrm flipH="1" flipV="1">
            <a:off x="4203954" y="1387036"/>
            <a:ext cx="2235708" cy="2743200"/>
          </a:xfrm>
          <a:custGeom>
            <a:avLst/>
            <a:gdLst/>
            <a:ahLst/>
            <a:cxnLst/>
            <a:rect l="l" t="t" r="r" b="b"/>
            <a:pathLst>
              <a:path w="1863090" h="2286000">
                <a:moveTo>
                  <a:pt x="1863090" y="2286000"/>
                </a:moveTo>
                <a:lnTo>
                  <a:pt x="0" y="2286000"/>
                </a:lnTo>
                <a:lnTo>
                  <a:pt x="0" y="0"/>
                </a:lnTo>
                <a:lnTo>
                  <a:pt x="1863090" y="0"/>
                </a:lnTo>
                <a:lnTo>
                  <a:pt x="1863090" y="22860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ja-JP" altLang="en-US" sz="2347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8580D76-05D8-A864-C841-EA8A75A55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B15A441-27D9-CDF8-D7E8-0A1A33F7D2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722299068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593</TotalTime>
  <Words>14</Words>
  <Application>Microsoft Office PowerPoint</Application>
  <PresentationFormat>画面に合わせる (4:3)</PresentationFormat>
  <Paragraphs>6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9" baseType="lpstr">
      <vt:lpstr>Meiryo UI</vt:lpstr>
      <vt:lpstr>Noto Sans JP</vt:lpstr>
      <vt:lpstr>Noto Sans JP Bold</vt:lpstr>
      <vt:lpstr>源石ゴシック Bold</vt:lpstr>
      <vt:lpstr>Arial</vt:lpstr>
      <vt:lpstr>Noto Sans Bold</vt:lpstr>
      <vt:lpstr>Simple Light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PC</dc:creator>
  <cp:lastModifiedBy>潤平 伊藤</cp:lastModifiedBy>
  <cp:revision>100</cp:revision>
  <dcterms:modified xsi:type="dcterms:W3CDTF">2026-09-27T06:09:28Z</dcterms:modified>
</cp:coreProperties>
</file>